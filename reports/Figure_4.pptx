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436B90-B7DB-720E-EBCC-9B2158326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7ABF88-1E43-6ED6-2B1F-8215D7871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D2BEF0-02F9-1196-E54A-5D7C5316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538E71-F31B-714C-E7EA-EA88DAD7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E75DD-E325-9F8F-8982-4F368DB4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57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ADBE9-DFE4-B6BE-9DFF-CD22C8D1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42FB46-BB55-B3BF-5752-9982C2B3A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DC2007-E6C8-36FD-BA13-98F7B782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1215F3-15D6-F465-556C-5A1E39B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DEEAE9-382E-965F-F649-AAE5B890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28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FDD32-8BAE-9379-8026-2FCD1850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DE790E-9E5F-534D-1468-E149C221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3FD426-ABA9-F92E-6669-AD526A93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90F9FD-8737-F5F7-7B8D-38CD188C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017729-0B08-57A7-AC2E-D5297895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34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210F3-2053-367F-3301-C9F95D87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5FFED0-82FC-E150-C72C-7E5D0C8BB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E64F81-A827-F887-6BB0-E42BD8568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DEFBD7-92FA-D0FC-03E5-3E7F9AA1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452447-D1E3-FEC7-F370-458DB19C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D167F7-371A-C81C-CF58-AE7F34C1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29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D2B4C-E7D9-F7B4-DBCF-4A7EE445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D16834-4836-E837-FED3-DEF29B15C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EB760-F6DF-E9C8-1BBE-3D6D5A58C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20AC8C-7031-3681-7805-3073545FB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101EC98-FE0A-A881-6233-24E31F47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0E0FA33-8768-1E4F-BA2E-15BC4119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A8E30B5-4521-DF27-31A2-DE3E68B5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16A97-7DE8-B566-2817-9E0A731A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986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DA94D-835D-4F05-7A75-5578311A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EFA2B0-1F2C-2F19-5AB9-A6F25D99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12B937-5B38-55CD-4837-764ED381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5B1511-8713-CFD2-A6F5-36BC290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795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256E42-7002-85ED-49AE-D2BC2453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8C7B6A-A5B2-0A22-36FF-5DE7A085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E560D9-E0A2-646C-280E-BDCEF85D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77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4E01E-1815-034D-1ED1-799C1EBE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264064-4864-BE21-A17A-9DF166BF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579EE8-F3E6-A4EB-0DC9-4AF8F0253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D5BE01-E094-4DDE-0FAB-721E90F6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1BA967-A814-DDB2-1877-07CA452B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DE29EA-B582-8335-8F34-FFD1A116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8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AF2EE-5C37-16C3-24AF-A465646C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BDEA32-2C2F-475F-50AD-32EBD7294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700E2C-DE08-20C8-FC1E-0DEC4CB7D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ABFFCB-0782-7109-4231-317951BE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3C1299-22FC-31CC-9677-2EECB179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8CE82B-10CB-3B06-E144-A3D4C641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077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E096E-1E87-5942-5F31-328FAE9C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9BC8E4-FD73-96DA-C944-011792104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1D402B-0004-9F63-AF63-8D93BDD8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D4B5C-E312-9713-0F48-AA58A60C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B48FB3-491C-E2C5-2FD6-8282EFE8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79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4AEA02-CD02-81EE-A3D5-9CA10721F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A33CAF-F805-2BFB-F34C-4AB94C353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DCCAFC-2B23-FAF9-2357-795A0859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BAB2D-95A4-7409-BFF7-83712798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B80D49-B6E1-B2C2-99C3-63A5E724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75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FB2EAA-F8CF-571D-401F-5EE1BBCD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3DD63F-CE38-BBA0-85A6-478089D2A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BBE5F-F969-6896-ED34-D657CF569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13A74-5A13-CA4B-A4D8-40F4B9F5EBB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AF33E1-DF7E-9864-FBB5-733207A1C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8599B-68B6-D85B-0E55-F20216474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33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5D32A67F-6A0B-BA74-856B-25300B3DFDB0}"/>
              </a:ext>
            </a:extLst>
          </p:cNvPr>
          <p:cNvGrpSpPr/>
          <p:nvPr/>
        </p:nvGrpSpPr>
        <p:grpSpPr>
          <a:xfrm>
            <a:off x="696000" y="298372"/>
            <a:ext cx="10800000" cy="6000000"/>
            <a:chOff x="696000" y="298372"/>
            <a:chExt cx="10800000" cy="6000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195584B-266C-87CB-F1FA-31B8CFF24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96000" y="298372"/>
              <a:ext cx="10800000" cy="3000000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46AE179-3A24-0ADB-75F4-1FCE23ABF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6000" y="3298372"/>
              <a:ext cx="10800000" cy="3000000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55AF3FC-6D62-5FC3-1105-0F038FDA6BB9}"/>
                </a:ext>
              </a:extLst>
            </p:cNvPr>
            <p:cNvSpPr txBox="1"/>
            <p:nvPr/>
          </p:nvSpPr>
          <p:spPr>
            <a:xfrm>
              <a:off x="696000" y="298372"/>
              <a:ext cx="45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D2368DB-089A-1803-E239-4545746F2562}"/>
                </a:ext>
              </a:extLst>
            </p:cNvPr>
            <p:cNvSpPr txBox="1"/>
            <p:nvPr/>
          </p:nvSpPr>
          <p:spPr>
            <a:xfrm>
              <a:off x="696000" y="3298372"/>
              <a:ext cx="45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17535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</Words>
  <Application>Microsoft Macintosh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HAFFAD</dc:creator>
  <cp:lastModifiedBy>Hugo HAFFAD</cp:lastModifiedBy>
  <cp:revision>3</cp:revision>
  <dcterms:created xsi:type="dcterms:W3CDTF">2025-12-10T22:22:23Z</dcterms:created>
  <dcterms:modified xsi:type="dcterms:W3CDTF">2025-12-11T12:31:08Z</dcterms:modified>
</cp:coreProperties>
</file>